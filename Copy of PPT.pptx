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33A8F7-4ECD-4AA9-9F64-B7AE3D67C7C2}">
  <a:tblStyle styleId="{B633A8F7-4ECD-4AA9-9F64-B7AE3D67C7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1c4b79f48_0_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d1c4b79f48_0_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1c4b79f48_0_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d1c4b79f48_0_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1c4b79f48_0_1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1c4b79f48_0_1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1c4b79f48_0_2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1c4b79f48_0_2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1c4b79f48_0_2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d1c4b79f48_0_2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d19aa3765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d19aa3765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dd19aa3765_0_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1c4b79f48_0_3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d1c4b79f48_0_3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d19aa3765_0_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d19aa3765_0_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d19aa3765_0_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1c4b79f48_0_3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d1c4b79f48_0_3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1c4b79f48_0_6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1c4b79f48_0_6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(Module-1)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Chat Application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CHATPLANE</a:t>
            </a:r>
            <a:endParaRPr b="1"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Dr. Anshu Singla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Science, Chitkara University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5" name="Google Shape;85;p14"/>
          <p:cNvGraphicFramePr/>
          <p:nvPr/>
        </p:nvGraphicFramePr>
        <p:xfrm>
          <a:off x="350350" y="327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{B633A8F7-4ECD-4AA9-9F64-B7AE3D67C7C2}</a:tableStyleId>
              </a:tblPr>
              <a:tblGrid>
                <a:gridCol w="2110825"/>
                <a:gridCol w="2110825"/>
                <a:gridCol w="2110825"/>
                <a:gridCol w="2110825"/>
              </a:tblGrid>
              <a:tr h="775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Anshul Jain</a:t>
                      </a:r>
                      <a:endParaRPr b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(2210990142)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Swayam Sharma</a:t>
                      </a:r>
                      <a:endParaRPr b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(22109902434)</a:t>
                      </a:r>
                      <a:endParaRPr b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Shravan</a:t>
                      </a:r>
                      <a:endParaRPr b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(22109904841)</a:t>
                      </a:r>
                      <a:endParaRPr b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Aaryan</a:t>
                      </a:r>
                      <a:endParaRPr b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(2210990013)</a:t>
                      </a:r>
                      <a:endParaRPr b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This presentation provides an overview of the system, its motivation, and implementation approach.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Sections Covered: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Introduction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Problem Statement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Objectives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System Overview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Key Features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Technology Stack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Results &amp; Conclusion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Communication platforms are essential in today’s digital ecosystem, enabling seamless interaction across academic, professional, and personal domains.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However, users now expect more than just messaging — they demand: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Instant communication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Strong privacy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Smooth user experience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This project focuses on building a </a:t>
            </a:r>
            <a:r>
              <a:rPr b="1" lang="en-US">
                <a:solidFill>
                  <a:schemeClr val="dk1"/>
                </a:solidFill>
              </a:rPr>
              <a:t>real-time chat application</a:t>
            </a:r>
            <a:r>
              <a:rPr lang="en-US">
                <a:solidFill>
                  <a:schemeClr val="dk1"/>
                </a:solidFill>
              </a:rPr>
              <a:t> that meets these expectations using modern technologies.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Existing messaging platforms have several limitations that affect user experience and security.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Key Issues Identified: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Image compression leads to </a:t>
            </a:r>
            <a:r>
              <a:rPr b="1" lang="en-US">
                <a:solidFill>
                  <a:schemeClr val="dk1"/>
                </a:solidFill>
              </a:rPr>
              <a:t>loss of quality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Limited control over </a:t>
            </a:r>
            <a:r>
              <a:rPr b="1" lang="en-US">
                <a:solidFill>
                  <a:schemeClr val="dk1"/>
                </a:solidFill>
              </a:rPr>
              <a:t>data encryption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Complex backend infrastructure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Inconsistent real-time synchronization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These challenges highlight the need for a system that ensures </a:t>
            </a:r>
            <a:r>
              <a:rPr b="1" lang="en-US">
                <a:solidFill>
                  <a:schemeClr val="dk1"/>
                </a:solidFill>
              </a:rPr>
              <a:t>quality, control, and performance together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This presentation provides an overview of the system, its motivation, and implementation approach.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>
                <a:solidFill>
                  <a:schemeClr val="dk1"/>
                </a:solidFill>
              </a:rPr>
              <a:t>Sections Covered: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Introduction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Problem Statement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Objectives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System Overview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Key Features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Technology Stack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Results &amp; Conclusion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Overview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 system is a </a:t>
            </a:r>
            <a:r>
              <a:rPr b="1" lang="en-US">
                <a:solidFill>
                  <a:schemeClr val="dk1"/>
                </a:solidFill>
              </a:rPr>
              <a:t>web-based chat application</a:t>
            </a:r>
            <a:r>
              <a:rPr lang="en-US">
                <a:solidFill>
                  <a:schemeClr val="dk1"/>
                </a:solidFill>
              </a:rPr>
              <a:t> built with React and Firebase, enabling seamless and synchronized communication.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Core Modules Include: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User Authentication (Login/Signup)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Real-Time Messaging System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Group Chat Environment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Cloud Database Integration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 architecture ensures: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Cloud-based scalability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Instant data synchronization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Multi-device consistency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This application introduces features that differentiate it from traditional chat platforms.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Unique Capabilities: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Custom Encryption Keys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→ Users can define their own encryption for group chats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Lossless Image Sharing</a:t>
            </a:r>
            <a:br>
              <a:rPr b="1"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→ Maintains original resolution and quality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Real-time message updates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Secure login using Firebase Authentication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These features provide </a:t>
            </a:r>
            <a:r>
              <a:rPr b="1" lang="en-US">
                <a:solidFill>
                  <a:schemeClr val="dk1"/>
                </a:solidFill>
              </a:rPr>
              <a:t>better privacy, control, and user experience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488" y="1452900"/>
            <a:ext cx="7081025" cy="39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 application uses a modern and efficient technology stack to ensure performance and scalability.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Frontend: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React.js (Component-based UI, responsive design)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Backend &amp; Services: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Firebase Authentication (User security)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Firestore / Realtime Database (Live data sync)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Cloud Storage (Media handling)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This combination reduces infrastructure complexity while ensuring </a:t>
            </a:r>
            <a:r>
              <a:rPr b="1" lang="en-US">
                <a:solidFill>
                  <a:schemeClr val="dk1"/>
                </a:solidFill>
              </a:rPr>
              <a:t>speed and reliability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00" y="1604475"/>
            <a:ext cx="8076200" cy="36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 &amp; Benefits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 system is designed to deliver a powerful and efficient communication experience.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Key Benefits: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Fast and real-time messaging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Enhanced privacy with custom encryption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High-quality media sharing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Scalable cloud-based system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It demonstrates how modern technologies can solve real-world communication challenges effectively.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 &amp; Benefits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164008" y="1109742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The project successfully develops a </a:t>
            </a:r>
            <a:r>
              <a:rPr b="1" lang="en-US">
                <a:solidFill>
                  <a:schemeClr val="dk1"/>
                </a:solidFill>
              </a:rPr>
              <a:t>secure and scalable real-time chat application</a:t>
            </a:r>
            <a:r>
              <a:rPr lang="en-US">
                <a:solidFill>
                  <a:schemeClr val="dk1"/>
                </a:solidFill>
              </a:rPr>
              <a:t> that overcomes limitations of existing platforms.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Takeaways: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Combines </a:t>
            </a:r>
            <a:r>
              <a:rPr b="1" lang="en-US">
                <a:solidFill>
                  <a:schemeClr val="dk1"/>
                </a:solidFill>
              </a:rPr>
              <a:t>performance, security, and usability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Introduces </a:t>
            </a:r>
            <a:r>
              <a:rPr b="1" lang="en-US">
                <a:solidFill>
                  <a:schemeClr val="dk1"/>
                </a:solidFill>
              </a:rPr>
              <a:t>user-controlled encryption &amp; lossless media sharing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Built using modern technologies for scalability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system can be further enhanced with features like </a:t>
            </a:r>
            <a:r>
              <a:rPr b="1" lang="en-US">
                <a:solidFill>
                  <a:schemeClr val="dk1"/>
                </a:solidFill>
              </a:rPr>
              <a:t>video calls, file sharing, or AI-based chat assistance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